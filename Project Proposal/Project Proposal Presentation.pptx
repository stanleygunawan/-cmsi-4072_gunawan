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14AE7-16CB-43ED-9DEF-715B747DB05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AA13C-34C9-42AD-B37B-81CD88DCF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6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Offers practical application and implementations of complex theories previously learned such as regressive search, neural networks, monte </a:t>
            </a:r>
            <a:r>
              <a:rPr lang="en-US" dirty="0" err="1"/>
              <a:t>carlo</a:t>
            </a:r>
            <a:r>
              <a:rPr lang="en-US" dirty="0"/>
              <a:t> tree search, managing database in SQL,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AA13C-34C9-42AD-B37B-81CD88DCF6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11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1D1EADE-8E88-4C7C-8AC5-FB148DE4940E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4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1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9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5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8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1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3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0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56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652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46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136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0066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610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629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C3C8B9C-477D-492A-96AD-1FC2CC997A73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7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2D3AED5-E26D-4E29-B1B3-7847B6779594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0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31BA835-12AC-4E8F-955A-EA3F4DE2791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5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mind.google/blog/alphazero-shedding-new-light-on-chess-shogi-and-go/" TargetMode="External"/><Relationship Id="rId2" Type="http://schemas.openxmlformats.org/officeDocument/2006/relationships/hyperlink" Target="https://lczero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ndreasstckl.medium.com/writing-a-chess-program-in-one-day-30daff4610ec" TargetMode="External"/><Relationship Id="rId5" Type="http://schemas.openxmlformats.org/officeDocument/2006/relationships/hyperlink" Target="https://mpvoss.github.io/chess.html" TargetMode="External"/><Relationship Id="rId4" Type="http://schemas.openxmlformats.org/officeDocument/2006/relationships/hyperlink" Target="https://github.com/official-stockfish/Stockfish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E090-B4CE-48A8-9B9A-35751AFDC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Self Learning Chess Engine</a:t>
            </a:r>
            <a:br>
              <a:rPr lang="en-US" sz="3800"/>
            </a:br>
            <a:r>
              <a:rPr lang="en-US" sz="3800"/>
              <a:t>Using Neural Network and Minimax algorithm.</a:t>
            </a:r>
            <a:br>
              <a:rPr lang="en-US" sz="3800"/>
            </a:br>
            <a:endParaRPr lang="en-US" sz="3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D3E55-EF86-83AC-F384-051667E09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/>
              <a:t>Stanley</a:t>
            </a:r>
          </a:p>
        </p:txBody>
      </p:sp>
      <p:pic>
        <p:nvPicPr>
          <p:cNvPr id="14" name="Picture 13" descr="Checkmate in a chess game">
            <a:extLst>
              <a:ext uri="{FF2B5EF4-FFF2-40B4-BE49-F238E27FC236}">
                <a16:creationId xmlns:a16="http://schemas.microsoft.com/office/drawing/2014/main" id="{21CE0B76-6AC6-ED85-EE04-D20057479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19" r="20778" b="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4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5C943-D9D4-EE02-61B7-FDCD4DAA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74611-E880-F4D0-119E-E0C59D73B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plan to create a chess application along with its chess engine. I want to create a self-learning chess engine that takes advantage of machine learning to teach itself how to play chess and find optimal moves.</a:t>
            </a:r>
          </a:p>
          <a:p>
            <a:r>
              <a:rPr lang="en-US" dirty="0"/>
              <a:t>Combining Neural Networks and Monte Carlo Tree Search</a:t>
            </a:r>
          </a:p>
          <a:p>
            <a:r>
              <a:rPr lang="en-US" dirty="0"/>
              <a:t>It will allow for a person to play with the AI in which the AI will get better as it gets used to the player’s patterns.</a:t>
            </a:r>
          </a:p>
          <a:p>
            <a:r>
              <a:rPr lang="en-US" dirty="0"/>
              <a:t>I am building this project for me as it provides an opportunity to explore areas I am interested in. The final product would be used as entertainment and teach people who likes chess. </a:t>
            </a:r>
          </a:p>
        </p:txBody>
      </p:sp>
    </p:spTree>
    <p:extLst>
      <p:ext uri="{BB962C8B-B14F-4D97-AF65-F5344CB8AC3E}">
        <p14:creationId xmlns:p14="http://schemas.microsoft.com/office/powerpoint/2010/main" val="170943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7A9E-4AF4-D357-9D33-C7F68422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and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FCF67-5B0F-A17F-BC47-4987EA6A0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there is thousands of possibilities in chess at any given time, using neural network is optimal.</a:t>
            </a:r>
          </a:p>
          <a:p>
            <a:r>
              <a:rPr lang="en-US" dirty="0"/>
              <a:t>Database, “memory” of actions and games played.</a:t>
            </a:r>
          </a:p>
          <a:p>
            <a:r>
              <a:rPr lang="en-US" dirty="0"/>
              <a:t>The application will be simple with an interactive chess user interface. This is the application that the user will interact with. There will be a chess board on the left and a collapsable sidebar for a difficulty selector.</a:t>
            </a:r>
          </a:p>
          <a:p>
            <a:r>
              <a:rPr lang="en-US" dirty="0"/>
              <a:t>The application will come with 2 separate programs, 1 program for the chess interface and a separate chess engine program to access the interface.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4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03FE-CDE1-9282-ADBC-4A75EAEF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CACB-2806-0472-7F5A-3F797E3DB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I love video games and machine learning</a:t>
            </a:r>
          </a:p>
          <a:p>
            <a:r>
              <a:rPr lang="en-US" sz="1600" dirty="0"/>
              <a:t>This project will be a cumulation of what I have learned in several classes throughout my previous semesters such as: </a:t>
            </a:r>
          </a:p>
          <a:p>
            <a:pPr lvl="1"/>
            <a:r>
              <a:rPr lang="en-US" dirty="0"/>
              <a:t>Algorithms and Analysis (CMSI 2130) </a:t>
            </a:r>
          </a:p>
          <a:p>
            <a:pPr lvl="1"/>
            <a:r>
              <a:rPr lang="en-US" dirty="0"/>
              <a:t>Artificial Intelligence (CMSI 3300) </a:t>
            </a:r>
          </a:p>
          <a:p>
            <a:pPr lvl="1"/>
            <a:r>
              <a:rPr lang="en-US" dirty="0"/>
              <a:t>Probability and Statistics (MATH 361) </a:t>
            </a:r>
          </a:p>
          <a:p>
            <a:pPr lvl="1"/>
            <a:r>
              <a:rPr lang="en-US" dirty="0"/>
              <a:t>Database Systems (CMSI 3520)</a:t>
            </a:r>
          </a:p>
          <a:p>
            <a:pPr lvl="1"/>
            <a:r>
              <a:rPr lang="en-US" dirty="0"/>
              <a:t>Also, Cognitive Systems Design (CMSI 4320) which I am currently taking this semester.</a:t>
            </a:r>
          </a:p>
          <a:p>
            <a:r>
              <a:rPr lang="en-US" sz="1600" dirty="0"/>
              <a:t>Practical application of complex theories</a:t>
            </a:r>
          </a:p>
        </p:txBody>
      </p:sp>
    </p:spTree>
    <p:extLst>
      <p:ext uri="{BB962C8B-B14F-4D97-AF65-F5344CB8AC3E}">
        <p14:creationId xmlns:p14="http://schemas.microsoft.com/office/powerpoint/2010/main" val="3141827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07FF-18EA-3347-9B00-5986546E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07A64-1603-7F5F-1E7E-0DA541C03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Gary Linscott et al. </a:t>
            </a:r>
            <a:r>
              <a:rPr lang="en-US" dirty="0">
                <a:hlinkClick r:id="rId2"/>
              </a:rPr>
              <a:t>https://lczero.org/</a:t>
            </a:r>
            <a:r>
              <a:rPr lang="en-US" dirty="0"/>
              <a:t> Leela Chess Zero – Open source neural network based chess engine.</a:t>
            </a:r>
          </a:p>
          <a:p>
            <a:r>
              <a:rPr lang="en-US" dirty="0"/>
              <a:t>David Silver et al. </a:t>
            </a:r>
            <a:r>
              <a:rPr lang="en-US" dirty="0">
                <a:hlinkClick r:id="rId3"/>
              </a:rPr>
              <a:t>https://deepmind.google/blog/alphazero-shedding-new-light-on-chess-shogi-and-go/</a:t>
            </a:r>
            <a:r>
              <a:rPr lang="en-US" dirty="0"/>
              <a:t> Alpha Zero – Self-learning algorithm for multiple games developed by DeepMind.</a:t>
            </a:r>
            <a:endParaRPr lang="en-US" dirty="0">
              <a:hlinkClick r:id="rId4"/>
            </a:endParaRPr>
          </a:p>
          <a:p>
            <a:r>
              <a:rPr lang="en-US" dirty="0"/>
              <a:t>Joona Kiiski et al. </a:t>
            </a:r>
            <a:r>
              <a:rPr lang="en-US" dirty="0">
                <a:hlinkClick r:id="rId4"/>
              </a:rPr>
              <a:t>https://github.com/official-stockfish/Stockfish</a:t>
            </a:r>
            <a:r>
              <a:rPr lang="en-US" dirty="0"/>
              <a:t> </a:t>
            </a:r>
            <a:r>
              <a:rPr lang="en-US" dirty="0" err="1"/>
              <a:t>StockFish</a:t>
            </a:r>
            <a:r>
              <a:rPr lang="en-US" dirty="0"/>
              <a:t> – UCI chess engine that analyzes chess positions and computes the optimal moves. </a:t>
            </a:r>
          </a:p>
          <a:p>
            <a:r>
              <a:rPr lang="en-US" dirty="0"/>
              <a:t>Matthew Voss. </a:t>
            </a:r>
            <a:r>
              <a:rPr lang="en-US" dirty="0">
                <a:hlinkClick r:id="rId5"/>
              </a:rPr>
              <a:t>https://mpvoss.github.io/chess.html</a:t>
            </a:r>
            <a:r>
              <a:rPr lang="en-US" dirty="0"/>
              <a:t> – exploring concepts of AI integration in chess.</a:t>
            </a:r>
          </a:p>
          <a:p>
            <a:r>
              <a:rPr lang="en-US" dirty="0"/>
              <a:t>Andreas Stockl </a:t>
            </a:r>
            <a:r>
              <a:rPr lang="en-US" dirty="0">
                <a:hlinkClick r:id="rId6"/>
              </a:rPr>
              <a:t>https://andreasstckl.medium.com/writing-a-chess-program-in-one-day-30daff4610ec</a:t>
            </a:r>
            <a:r>
              <a:rPr lang="en-US" dirty="0"/>
              <a:t> – Basic chess program built in Python.</a:t>
            </a:r>
          </a:p>
        </p:txBody>
      </p:sp>
    </p:spTree>
    <p:extLst>
      <p:ext uri="{BB962C8B-B14F-4D97-AF65-F5344CB8AC3E}">
        <p14:creationId xmlns:p14="http://schemas.microsoft.com/office/powerpoint/2010/main" val="22312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AECD-8834-9AD1-7321-B10EFDD8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and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75047-4021-E2CF-7762-8BB91F976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Neural Network and Monte Carlo Tree Search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C++</a:t>
            </a:r>
          </a:p>
          <a:p>
            <a:r>
              <a:rPr lang="en-US" dirty="0" err="1"/>
              <a:t>PyTorch</a:t>
            </a:r>
            <a:r>
              <a:rPr lang="en-US" dirty="0"/>
              <a:t>, TensorFlow</a:t>
            </a:r>
          </a:p>
          <a:p>
            <a:r>
              <a:rPr lang="en-US" dirty="0"/>
              <a:t>Processing power for simulations will be done using my PC.</a:t>
            </a:r>
          </a:p>
          <a:p>
            <a:pPr lvl="1"/>
            <a:r>
              <a:rPr lang="en-US" dirty="0"/>
              <a:t>Radeon RX 9060 </a:t>
            </a:r>
          </a:p>
          <a:p>
            <a:pPr lvl="1"/>
            <a:r>
              <a:rPr lang="en-US" dirty="0"/>
              <a:t>AMD Ryzen 5 7600x</a:t>
            </a:r>
          </a:p>
          <a:p>
            <a:pPr lvl="1"/>
            <a:r>
              <a:rPr lang="en-US" dirty="0"/>
              <a:t>32GB Ram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5691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129</TotalTime>
  <Words>492</Words>
  <Application>Microsoft Office PowerPoint</Application>
  <PresentationFormat>Widescreen</PresentationFormat>
  <Paragraphs>38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Wingdings 3</vt:lpstr>
      <vt:lpstr>Ion Boardroom</vt:lpstr>
      <vt:lpstr>Self Learning Chess Engine Using Neural Network and Minimax algorithm. </vt:lpstr>
      <vt:lpstr>Overview</vt:lpstr>
      <vt:lpstr>Usage and Features</vt:lpstr>
      <vt:lpstr>Justification</vt:lpstr>
      <vt:lpstr>Existing Projects</vt:lpstr>
      <vt:lpstr>Software and Hardware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Gunawan, Stanley</dc:creator>
  <cp:lastModifiedBy>Gunawan, Stanley</cp:lastModifiedBy>
  <cp:revision>1</cp:revision>
  <dcterms:created xsi:type="dcterms:W3CDTF">2026-01-21T23:51:07Z</dcterms:created>
  <dcterms:modified xsi:type="dcterms:W3CDTF">2026-01-22T02:00:25Z</dcterms:modified>
</cp:coreProperties>
</file>